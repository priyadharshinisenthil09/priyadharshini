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00"/>
    <a:srgbClr val="777777"/>
    <a:srgbClr val="EEEEEE"/>
    <a:srgbClr val="F2F2F2"/>
    <a:srgbClr val="E7F808"/>
    <a:srgbClr val="FF99FF"/>
    <a:srgbClr val="1016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F80D6-2BE6-4BE4-84E8-74BCD207FA2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CDCD-4AED-40CB-9427-DF5B9CFC7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857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F80D6-2BE6-4BE4-84E8-74BCD207FA2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CDCD-4AED-40CB-9427-DF5B9CFC7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417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F80D6-2BE6-4BE4-84E8-74BCD207FA2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CDCD-4AED-40CB-9427-DF5B9CFC7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942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F80D6-2BE6-4BE4-84E8-74BCD207FA2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CDCD-4AED-40CB-9427-DF5B9CFC7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700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F80D6-2BE6-4BE4-84E8-74BCD207FA2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CDCD-4AED-40CB-9427-DF5B9CFC7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685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F80D6-2BE6-4BE4-84E8-74BCD207FA2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CDCD-4AED-40CB-9427-DF5B9CFC7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650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F80D6-2BE6-4BE4-84E8-74BCD207FA2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CDCD-4AED-40CB-9427-DF5B9CFC7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097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F80D6-2BE6-4BE4-84E8-74BCD207FA2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CDCD-4AED-40CB-9427-DF5B9CFC7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10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F80D6-2BE6-4BE4-84E8-74BCD207FA2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CDCD-4AED-40CB-9427-DF5B9CFC7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41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F80D6-2BE6-4BE4-84E8-74BCD207FA2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CDCD-4AED-40CB-9427-DF5B9CFC7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254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F80D6-2BE6-4BE4-84E8-74BCD207FA2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CDCD-4AED-40CB-9427-DF5B9CFC7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420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F80D6-2BE6-4BE4-84E8-74BCD207FA2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CDCD-4AED-40CB-9427-DF5B9CFC798B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4609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F80D6-2BE6-4BE4-84E8-74BCD207FA2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CDCD-4AED-40CB-9427-DF5B9CFC7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8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F80D6-2BE6-4BE4-84E8-74BCD207FA2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CDCD-4AED-40CB-9427-DF5B9CFC7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6506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F80D6-2BE6-4BE4-84E8-74BCD207FA2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CDCD-4AED-40CB-9427-DF5B9CFC7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900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F80D6-2BE6-4BE4-84E8-74BCD207FA2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CDCD-4AED-40CB-9427-DF5B9CFC7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2772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F80D6-2BE6-4BE4-84E8-74BCD207FA2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CDCD-4AED-40CB-9427-DF5B9CFC7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00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06F80D6-2BE6-4BE4-84E8-74BCD207FA2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87ECDCD-4AED-40CB-9427-DF5B9CFC7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708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B22593E-B5CA-F26D-9411-6F6C1250BA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Arial Black" panose="020B0A04020102020204" pitchFamily="34" charset="0"/>
              </a:rPr>
              <a:t>CYBER SECURITY</a:t>
            </a:r>
            <a:br>
              <a:rPr lang="en-IN" b="1" dirty="0">
                <a:latin typeface="Arial Black" panose="020B0A04020102020204" pitchFamily="34" charset="0"/>
              </a:rPr>
            </a:br>
            <a:r>
              <a:rPr lang="en-IN" b="1">
                <a:latin typeface="Arial Black" panose="020B0A04020102020204" pitchFamily="34" charset="0"/>
              </a:rPr>
              <a:t>hii</a:t>
            </a:r>
            <a:endParaRPr lang="en-IN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940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920BED-824A-61B2-7339-B5B7D35FE7C4}"/>
              </a:ext>
            </a:extLst>
          </p:cNvPr>
          <p:cNvSpPr txBox="1"/>
          <p:nvPr/>
        </p:nvSpPr>
        <p:spPr>
          <a:xfrm>
            <a:off x="2733472" y="1536970"/>
            <a:ext cx="6332707" cy="830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4800" dirty="0"/>
              <a:t>THREATS AND DEFENSE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E5A6D7-8137-9FD3-41FB-E09A9C88914C}"/>
              </a:ext>
            </a:extLst>
          </p:cNvPr>
          <p:cNvSpPr txBox="1"/>
          <p:nvPr/>
        </p:nvSpPr>
        <p:spPr>
          <a:xfrm>
            <a:off x="1264597" y="2879387"/>
            <a:ext cx="952337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THREATS:     </a:t>
            </a:r>
            <a:r>
              <a:rPr lang="en-IN" sz="2400" dirty="0" err="1"/>
              <a:t>Damaging,stealing,disturbing</a:t>
            </a:r>
            <a:r>
              <a:rPr lang="en-IN" sz="2400" dirty="0"/>
              <a:t> </a:t>
            </a:r>
            <a:r>
              <a:rPr lang="en-IN" sz="2400" dirty="0" err="1"/>
              <a:t>system,data</a:t>
            </a:r>
            <a:r>
              <a:rPr lang="en-IN" sz="2400" dirty="0"/>
              <a:t> and </a:t>
            </a:r>
            <a:r>
              <a:rPr lang="en-IN" sz="2400" dirty="0" err="1"/>
              <a:t>operations,malware</a:t>
            </a:r>
            <a:r>
              <a:rPr lang="en-IN" sz="2400" dirty="0"/>
              <a:t> include </a:t>
            </a:r>
            <a:r>
              <a:rPr lang="en-IN" sz="2400" dirty="0" err="1"/>
              <a:t>ransomware,spyware,social</a:t>
            </a:r>
            <a:r>
              <a:rPr lang="en-IN" sz="2400" dirty="0"/>
              <a:t> engineering like </a:t>
            </a:r>
            <a:r>
              <a:rPr lang="en-IN" sz="2400" dirty="0" err="1"/>
              <a:t>phishing,denial</a:t>
            </a:r>
            <a:r>
              <a:rPr lang="en-IN" sz="2400" dirty="0"/>
              <a:t> of severe </a:t>
            </a:r>
            <a:r>
              <a:rPr lang="en-IN" sz="2400" dirty="0" err="1"/>
              <a:t>attacks.controls</a:t>
            </a:r>
            <a:r>
              <a:rPr lang="en-IN" sz="2400" dirty="0"/>
              <a:t> and backup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DEFENCE:     Proactive </a:t>
            </a:r>
            <a:r>
              <a:rPr lang="en-IN" sz="2400" dirty="0" err="1"/>
              <a:t>measures,planning,controls</a:t>
            </a:r>
            <a:r>
              <a:rPr lang="en-IN" sz="2400" dirty="0"/>
              <a:t> and </a:t>
            </a:r>
            <a:r>
              <a:rPr lang="en-IN" sz="2400" dirty="0" err="1"/>
              <a:t>backup,employee</a:t>
            </a:r>
            <a:r>
              <a:rPr lang="en-IN" sz="2400" dirty="0"/>
              <a:t> training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2905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20FF40-F0F8-E851-6361-93907B9AACB5}"/>
              </a:ext>
            </a:extLst>
          </p:cNvPr>
          <p:cNvSpPr txBox="1"/>
          <p:nvPr/>
        </p:nvSpPr>
        <p:spPr>
          <a:xfrm>
            <a:off x="1295400" y="853533"/>
            <a:ext cx="4572000" cy="400110"/>
          </a:xfrm>
          <a:prstGeom prst="rect">
            <a:avLst/>
          </a:prstGeom>
          <a:solidFill>
            <a:srgbClr val="E7F808"/>
          </a:solidFill>
        </p:spPr>
        <p:txBody>
          <a:bodyPr wrap="square" rtlCol="0">
            <a:spAutoFit/>
          </a:bodyPr>
          <a:lstStyle/>
          <a:p>
            <a:r>
              <a:rPr lang="en-IN" sz="2000" dirty="0"/>
              <a:t>CYBER SECURITY IN DIFFERENT SECTORS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27DC7F-9AB6-2958-1998-B370C362CFED}"/>
              </a:ext>
            </a:extLst>
          </p:cNvPr>
          <p:cNvSpPr txBox="1"/>
          <p:nvPr/>
        </p:nvSpPr>
        <p:spPr>
          <a:xfrm>
            <a:off x="3073400" y="2243666"/>
            <a:ext cx="4224867" cy="2585323"/>
          </a:xfrm>
          <a:prstGeom prst="rect">
            <a:avLst/>
          </a:prstGeom>
          <a:noFill/>
          <a:ln w="28575"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Small business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Finance and banking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Educations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Industrial systems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Transportation and logistics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Education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Retail and E commerce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Public sector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0482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F444F1-A1A3-A9AF-E60F-A91740BEEC3C}"/>
              </a:ext>
            </a:extLst>
          </p:cNvPr>
          <p:cNvSpPr txBox="1"/>
          <p:nvPr/>
        </p:nvSpPr>
        <p:spPr>
          <a:xfrm>
            <a:off x="2336800" y="1269999"/>
            <a:ext cx="6595533" cy="461665"/>
          </a:xfrm>
          <a:prstGeom prst="rect">
            <a:avLst/>
          </a:prstGeom>
          <a:solidFill>
            <a:srgbClr val="777777"/>
          </a:solidFill>
        </p:spPr>
        <p:txBody>
          <a:bodyPr wrap="square" rtlCol="0">
            <a:spAutoFit/>
          </a:bodyPr>
          <a:lstStyle/>
          <a:p>
            <a:r>
              <a:rPr lang="en-IN" sz="2400" dirty="0"/>
              <a:t>EMERGENCY CYBERSECURITY TECHNOLOGIES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23EF00-2F64-B3F3-2AA1-75DE42619E0F}"/>
              </a:ext>
            </a:extLst>
          </p:cNvPr>
          <p:cNvSpPr txBox="1"/>
          <p:nvPr/>
        </p:nvSpPr>
        <p:spPr>
          <a:xfrm>
            <a:off x="1828800" y="2751667"/>
            <a:ext cx="8466667" cy="2497666"/>
          </a:xfrm>
          <a:prstGeom prst="rect">
            <a:avLst/>
          </a:prstGeom>
          <a:noFill/>
          <a:ln>
            <a:solidFill>
              <a:srgbClr val="333300"/>
            </a:solidFill>
          </a:ln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05785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36</TotalTime>
  <Words>78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Tw Cen MT</vt:lpstr>
      <vt:lpstr>Wingdings</vt:lpstr>
      <vt:lpstr>Droplet</vt:lpstr>
      <vt:lpstr>CYBER SECURITY hii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Priyadharshini</dc:creator>
  <cp:lastModifiedBy>Priyadharshini</cp:lastModifiedBy>
  <cp:revision>2</cp:revision>
  <dcterms:created xsi:type="dcterms:W3CDTF">2025-10-20T15:13:25Z</dcterms:created>
  <dcterms:modified xsi:type="dcterms:W3CDTF">2025-11-20T06:04:31Z</dcterms:modified>
</cp:coreProperties>
</file>